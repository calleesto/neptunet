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3141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063691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3/24/2026</a:t>
            </a:fld>
            <a:endParaRPr lang="en-US"/>
          </a:p>
        </p:txBody>
      </p:sp>
      <p:sp>
        <p:nvSpPr>
          <p:cNvPr id="197916980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2731951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1448950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767468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99131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0941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0067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85796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8452030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2074181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6972560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66816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7728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6859306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535149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4141852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46155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18523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061902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030326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18576130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857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6961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324350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722451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1278283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13520882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1740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79117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2222072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84305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72573645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65444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45324441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91395075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12184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6812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7654143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23952337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518032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1285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14158908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337672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51128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7756996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944248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805802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7545192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52952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1753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71940099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2516342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11483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696589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66418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4013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3835256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748305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17239450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48296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57608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9475192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214679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9954759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0070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52189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7678463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7396784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3/24/2026</a:t>
            </a:fld>
            <a:endParaRPr lang="en-US"/>
          </a:p>
        </p:txBody>
      </p:sp>
      <p:sp>
        <p:nvSpPr>
          <p:cNvPr id="208332336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75439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761227" name="Title 1"/>
          <p:cNvSpPr>
            <a:spLocks noGrp="1"/>
          </p:cNvSpPr>
          <p:nvPr>
            <p:ph type="ctrTitle"/>
          </p:nvPr>
        </p:nvSpPr>
        <p:spPr bwMode="auto">
          <a:xfrm>
            <a:off x="1523999" y="1063624"/>
            <a:ext cx="9144000" cy="509587"/>
          </a:xfrm>
        </p:spPr>
        <p:txBody>
          <a:bodyPr/>
          <a:lstStyle/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Inteligentny system rekomendacji dojazdu na uczelnię</a:t>
            </a:r>
            <a:r>
              <a:rPr lang="pl-PL" sz="2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(ZTM Gdańsk)</a:t>
            </a:r>
            <a:r>
              <a:rPr lang="pl-PL" sz="11000" b="1"/>
              <a:t> </a:t>
            </a:r>
            <a:endParaRPr sz="11000" b="1"/>
          </a:p>
        </p:txBody>
      </p:sp>
      <p:sp>
        <p:nvSpPr>
          <p:cNvPr id="1729668816" name="Subtitle 2"/>
          <p:cNvSpPr>
            <a:spLocks noGrp="1"/>
          </p:cNvSpPr>
          <p:nvPr>
            <p:ph type="subTitle" idx="1"/>
          </p:nvPr>
        </p:nvSpPr>
        <p:spPr bwMode="auto">
          <a:xfrm>
            <a:off x="1619249" y="1935162"/>
            <a:ext cx="9144000" cy="1906587"/>
          </a:xfrm>
        </p:spPr>
        <p:txBody>
          <a:bodyPr/>
          <a:lstStyle/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CO? (Problem i Cel)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Cel: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Zbudowanie modelu AI rekomendującego optymalną trasę i środek transportu.</a:t>
            </a:r>
            <a:endParaRPr sz="150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Rozwiązywany problem:</a:t>
            </a:r>
            <a:r>
              <a:rPr sz="15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Codzienne dylematy studentów – minimalizacja czasu podróży i unikanie spóźnień.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74186317" name="Subtitle 2"/>
          <p:cNvSpPr>
            <a:spLocks noGrp="1"/>
          </p:cNvSpPr>
          <p:nvPr/>
        </p:nvSpPr>
        <p:spPr bwMode="auto">
          <a:xfrm>
            <a:off x="1619249" y="3555999"/>
            <a:ext cx="9144000" cy="26828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JAK? (Technologie </a:t>
            </a: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</a:t>
            </a: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Dane)</a:t>
            </a:r>
            <a:endParaRPr sz="1500" dirty="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 Technologie </a:t>
            </a: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</a:t>
            </a: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Algorytm</a:t>
            </a:r>
            <a:endParaRPr sz="1500" dirty="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Język</a:t>
            </a: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r>
              <a:rPr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Python (np. Scikit-learn, Pandas)</a:t>
            </a:r>
            <a:endParaRPr sz="1500" dirty="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AI:</a:t>
            </a:r>
            <a:r>
              <a:rPr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Drzewa</a:t>
            </a:r>
            <a:r>
              <a:rPr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Decyzyjne</a:t>
            </a:r>
            <a:r>
              <a:rPr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(Decision Tree) – </a:t>
            </a:r>
            <a:r>
              <a:rPr sz="15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wybrane</a:t>
            </a:r>
            <a:r>
              <a:rPr sz="15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ze </a:t>
            </a:r>
            <a:r>
              <a:rPr sz="15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względu</a:t>
            </a:r>
            <a:r>
              <a:rPr sz="15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  <a:r>
              <a:rPr sz="15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łatwość</a:t>
            </a:r>
            <a:r>
              <a:rPr sz="15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interpretacji</a:t>
            </a:r>
            <a:r>
              <a:rPr sz="15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reguł</a:t>
            </a:r>
            <a:r>
              <a:rPr sz="15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decyzyjnych</a:t>
            </a:r>
            <a:r>
              <a:rPr sz="15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1500" dirty="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 </a:t>
            </a: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Pochodzenie</a:t>
            </a: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danych</a:t>
            </a: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</a:t>
            </a: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Zestaw</a:t>
            </a: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uczący</a:t>
            </a: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sz="1500" dirty="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Źródła</a:t>
            </a: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r>
              <a:rPr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Otwarte</a:t>
            </a:r>
            <a:r>
              <a:rPr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Dane </a:t>
            </a:r>
            <a:r>
              <a:rPr sz="15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Gdańsk</a:t>
            </a:r>
            <a:r>
              <a:rPr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(API ZTM)</a:t>
            </a:r>
            <a:endParaRPr sz="1500" dirty="0">
              <a:latin typeface="Arial"/>
              <a:cs typeface="Arial"/>
            </a:endParaRPr>
          </a:p>
          <a:p>
            <a:pPr algn="l">
              <a:defRPr/>
            </a:pPr>
            <a:r>
              <a:rPr sz="15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Struktura</a:t>
            </a:r>
            <a:r>
              <a:rPr sz="15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r>
              <a:rPr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pl-PL"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Wykorzystanie rozkładów jazdy GTFS, ewentualne uwzględnienie danych czasu rzeczywistego</a:t>
            </a:r>
            <a:r>
              <a:rPr sz="15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15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119</Words>
  <Application>Microsoft Office PowerPoint</Application>
  <PresentationFormat>Panoramiczny</PresentationFormat>
  <Paragraphs>12</Paragraphs>
  <Slides>1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Inteligentny system rekomendacji dojazdu na uczelnię (ZTM Gdańsk)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Łukasz Lenkiewicz</cp:lastModifiedBy>
  <cp:revision>7</cp:revision>
  <dcterms:modified xsi:type="dcterms:W3CDTF">2026-03-24T19:12:36Z</dcterms:modified>
</cp:coreProperties>
</file>